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B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5E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8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3D0D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Head gradient</c:v>
                  </c:pt>
                  <c:pt idx="1">
                    <c:v>Sink-aware
baseline</c:v>
                  </c:pt>
                  <c:pt idx="2">
                    <c:v>Misrouted
sink</c:v>
                  </c:pt>
                  <c:pt idx="3">
                    <c:v>Random</c:v>
                  </c:pt>
                  <c:pt idx="4">
                    <c:v>Spatial only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0.618</c:v>
                </c:pt>
                <c:pt idx="1">
                  <c:v>0.552</c:v>
                </c:pt>
                <c:pt idx="2">
                  <c:v>0.138</c:v>
                </c:pt>
                <c:pt idx="3">
                  <c:v>0.006</c:v>
                </c:pt>
                <c:pt idx="4">
                  <c:v>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B3B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</c:scaling>
        <c:delete val="0"/>
        <c:axPos val="l"/>
        <c:majorGridlines>
          <c:spPr>
            <a:ln w="12700" cap="flat">
              <a:solidFill>
                <a:srgbClr val="ED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PR-AUC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3B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5E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Chemistry</c:v>
                  </c:pt>
                  <c:pt idx="1">
                    <c:v>Hydraulics</c:v>
                  </c:pt>
                  <c:pt idx="2">
                    <c:v>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0.447</c:v>
                </c:pt>
                <c:pt idx="1">
                  <c:v>0.009</c:v>
                </c:pt>
                <c:pt idx="2">
                  <c:v>-0.006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B3B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minutes. Core message: the contribution is falsification discipline, not predictive superiority. I will state the negative results myself, before the panel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coupling. The key line is the last one — it foreshadows the M7 permutation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tightest statement of the gap. If the panel accepts only one slide, it should be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'over-claiming' attack by narrowing scope myself, on slide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manuscripts. Keep this brief — it is a navigation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where I earn credibility. Emphasise informed baselines — most benchmarks only use uninformed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Pre-registration is rare in hydrogeology. Lead with it — it makes every subsequent negative result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plainly: on reference-age parity a win is not even available, because the target is defined by the comparator.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let them find the fan-in structure. Show it myself.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panel presses on any single number, it will be F1 0.618. Get there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55% figure is the most quotable number in the thesis. Let it land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asymmetry is unpublished elsewhere. Present it as a finding, never as a concession.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single argument for the whole thesis. Slow down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hypothesis that predicts its own negative result and is confirmed is strong science. Say that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this. A candidate who finds and reports an error in their own headline result demonstrates exactly what a PhD certifies. It also inoculates against 'how do I trust your numbers'.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me attacking my own remaining positive result. It pre-empts the obvious follow-up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reconciles what looks like a contradiction between two chapters. A smoothing prior cannot resolve a DISCRETE ambiguity — it can only average across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asymmetry IS the design. Use the significance-test analogy — it lands with methodologists.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my own limits first is what stops the panel hunting for them. Be crisp, do not be apologetic.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claims, all evidenced. Contribution 4 is the one they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reframe. 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VIVA DEFENCE  ·  UNIVERSITY OF GHANA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Graph-Constrained Tracer Modelling and Inverse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Hydrogeochemistry for Data-Limited Aquifers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8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application of Hydrosheaf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8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Dickson Abdul-Wahab   ·   Nuclear Earth Science   ·   August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the same data support incompatible stories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interpretation is non-unique across three coupled domains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time — different transit-time distributions reproduce the same tracer concentrations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— nearby wells may be disconnected; distant wells may connect through fractures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— many phase combinations satisfy the same mass balance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69164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856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26680" y="22402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edge creates an invalid initial–final water pair, which produces a confident but wrong reaction set, which then cannot validate the topology that produced it.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are circular, not independent.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evidence is not automatically more information.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 methodological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standard tool assumes away what the others produce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TracerLPM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an age per well. Assumes nothing about whether the resulting age field is spatially coherent.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PHREEQC / NETPATH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reactions along a flow path — but requires you to supply that path. Nothing validates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MODFLOW / MODPATH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240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validate the path, but needs a calibrated flow model that data-limited aquifers do not have.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348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hydrogeochemistry consumes a connectivity assumption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no standard workflow ever tests.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Hydrosheaf is — and what it is not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Sampling locations as graph nodes; candidate pathways as confidence-weighted directed edges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Hydraulic, tracer and chemical evidence attached locally, then tested for compatibility across the graph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Sheaf-motivated local-to-global consistency diagnostics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reproducible, executable benchmark harness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21945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claim the aquifer is fully known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substitute for a calibrated flow model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field digital twin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predictive replacement for TracerLPM — and the benchmarks say so explicitly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edge is a hypothesis with a confidence, not a pathway.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where they are answered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of tracer, connectivity and inverse methods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0" y="1691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3500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Hydrosheaf as an uncertainty-aware framework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26880" y="23500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0837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083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00837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age, topology and reaction components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26880" y="30083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M4 · M5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66674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66674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sensitivity to model, topology and data assumptions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26880" y="36667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M5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251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2511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43251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independent integration benchmark with controls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26880" y="4325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9834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9834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Claim-limited Ghanaian application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26880" y="4983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validation design is the contribution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a stated evidence level and a required guardrail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inference — no reference edges used as inputs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Prior-assisted — reference information ingested, and labelled as such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controls — randomised, wrong-direction, misrouted-receptor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baselines — what a trivial method already achieves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 observations — the only non-circular predictive test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856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 applied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35240" y="22402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consistency, good fit, narrow uncertainty and low entropy are NOT validation.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misspecified model can be confidently wrong.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(Oreskes et al., 1994)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 was pre-registered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and analysis code committed before any test case existed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836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d336e87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700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commit, made before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5301-series test cases were generated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88366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34840" y="26700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 test cases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(seeds 5301–5312)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88366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92440" y="26700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Age-importance particles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 and tracer regime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seeds and test seeds were separated in advance. Convergence rules were declared before the run, and every reported case met them.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why I can report M7's negative result without it looking like a post-hoc excuse.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· Residence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USGS public-supply benchmark, 1,272 samples, 20 principal aquifers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3794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243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|log10| error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age-fraction parity (n = 1,249)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83794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26243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factor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3794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26243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Hydrosheaf model selection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0.206 for TracerLPM parity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83794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26243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log10 R²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broad-sample configuration is reference-workflow emulation — the age fractions and the reference ages share USGS LPM provenance, so this is not independent accuracy.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Hydrosheaf's own model selection underperforms TracerLPM parity. I report this as a subset-coverage and TTD-flexibility effect, not as a success.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 · Flow-path topology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Savage Municipal Well MODFLOW/MODPATH archive, 174 reference edges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9164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7804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comparison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78040" y="224028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0.487 — the best independent graph produces MORE false positives (155) than true positives (147).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49440" y="3611880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78040" y="37764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 had to disclose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78040" y="4160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is a fan-in graph: 150 source cells into just 3 receptor cells. 301 of 302 inferred edges already terminate at one of them.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informed baseline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changed how I read my own result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666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0.618  vs  0.000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uninformed controls suggest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(spatial, random, wrong-direction)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+0.066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skill over a sink-aware baseline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uses no hydraulic information at all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in the original submission was uninformed — none knew the three-receptor structure, so all were guaranteed to fail.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thresholding cannot rescue precision: it never exceeds 0.485 at any threshold, because it removes true and false positives at the same rate.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now treat an informed baseline as mandatory in the evidence ladder.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 · Inverse reactions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live-PHREEQC scenarios, 21,600 factorial inverse fits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3794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24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LOWEST-residual fits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had phase F1 below 0.80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83794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185.8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26280" y="2624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PHREEQC inverse models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scenario, on average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83794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75320" y="2624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false-discovery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0.465 for the legacy comparator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0881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residual does not imply a recovered mechanism. This is the central claim, and it is measured rather than asserted.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are reported as identifiability classes, not unique mechanisms.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gate is honestly weak: only 23.0% of rows it flags as high-evidence are truly active, against a 17.7% base rate.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 · Integration — the coupling is directional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MODFLOW 6 / MODPATH 7 generator, 12 untouched test cases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value for ranking topology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766560" y="173736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1901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→ age  WORKS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95160" y="2286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graph improves age MAE by 0.062 y. A reversed graph worsens it by 0.282 y and collapses the effective sample size in 8 of 12 cases.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66560" y="3520440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3685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→ topology  DOES NOT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5160" y="40690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adds no incremental ranking value. Interdependence does not imply symmetric information gain.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 detects false confidence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permutation experiment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Permuted evidence streams REDUCED entropy while WORSENING PR-AUC, Brier score and log loss.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became more confident and less correct — simultaneously, and measurably.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conventional calibration workflow can express this failure, let alone detect it.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operational meaning of 'falsifiable': the framework can catch itself being wrong.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Carbonate weathering remained unrecovered in 0 of 36 edges under both chemistry panels — reported, not hidden.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 · Ghana application, deliberately claim-limited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3794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294 / 19 / 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624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Ghana records classified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/ screening / exploratory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691640"/>
            <a:ext cx="347472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83794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26280" y="2624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— ALL classified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identifiable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83794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63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75320" y="2624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Talensi records quantitative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 charge-balance error ~30%)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10881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H5 predicted, in advance, that field residence time, exact topology and unique reaction mechanisms would remain non-identifiable without age tracers, repeated heads and screen intervals.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prediction was confirmed. The framework refused to over-claim on my own field data.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Ghana contribution is an explicit map of what is supportable and what is not — not a reconstruction.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I had to reverse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of my own flagship claim, before submission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2E3A6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CLAIMED:  −35.9%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Depth-constrained graph improves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withheld-tritium RMSE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C25E3A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ACTUAL:  +12.3%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made prediction worse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(2.161 → 2.428 TU)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tracer input function was clamped. Most WISER stations stop reporting decades before sampling, so every post-record recharge year silently took the station's last observed value — a bomb-era concentration. This affected 1,269 of 1,272 samples, by a median of 26 years.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by the benchmark's own negative controls: a randomised graph produced the same 'improvement'.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corrected result is reported throughout, and the graph claim is now stated as neutral.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does not replicate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Cross-aquifer test: adding 74 MRVA alluvial wells to the graph benchmark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MRVA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parameter smoothing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1208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−0.006  improves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+0.0003  neutral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98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Wrong-direction control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12080" y="28986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+0.069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0" y="28986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6484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control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12080" y="36484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+0.354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36484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+0.270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positive graph result vanishes on a structurally different aquifer, while the control ordering survives intact.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therefore report the graph prior as neutral, and the reproducible signal as rejection of implausible topology.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conditional law, with a mechanism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10515600" cy="2194560"/>
          </a:xfrm>
          <a:prstGeom prst="roundRect">
            <a:avLst>
              <a:gd name="adj" fmla="val 5000"/>
            </a:avLst>
          </a:prstGeom>
          <a:solidFill>
            <a:srgbClr val="2E3A6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2461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constraints improve age inference where the tracer–age relation is monotonic and topology is correct. Under a bomb-peak input the relation is double-valued, and the same priors are neutral at best — regardless of topology quality.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(constant input, monotonic): correct graph −0.062 y        M3 (real bomb peak, double-valued): +12.3%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Hydrosheaf is actually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at confirmation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beat TracerLPM on point ages (0.441 vs 0.206).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adds +0.066 F1 over an informed topology baseline.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priors give no predictive gain on real data.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4F7F9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rejection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21945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topology: +0.354 log10 RMSE.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Wrong-direction: +0.069.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graph in M7: +0.282 y and ESS collapse.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Permuted evidence: detected as false confidence.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test, not an estimator. No one objects that a significance test does not report an effect size.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I would raise before you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Reference-age parity has a structural ceiling: the target is a TracerLPM product, so emulation is the best achievable and a 'win' would signal leakage.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M4 reference is model-conditioned and fan-in shaped (150 sources → 3 receptors); it is not field truth.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47% of the codebase — calibration, vadose, temporal, 3-D graph — is implemented but not benchmarked. I claim only what is benchmarked.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prior is a smoother. A smoother cannot add information; it trades variance for bias, which is why a random graph could mimic it.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has no age tracers, screen intervals or repeated heads. No field residence-time or topology claim is made.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7556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691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as a falsifiable object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2048256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edges become hypotheses that can be accepted, rejected or classified — with informed baselines and adverse controls.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8163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16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7523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Identifiability as a first-class output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3108960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classes and evidence ceilings instead of point estimates, in age, topology and reaction inference alike.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87705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877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8130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coupling, measured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4169664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constrains age; age does not rank topology. Chemistry carries the topology signal (+0.447), not hydraulics (+0.009).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9377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8737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that catches itself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5230368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controls detected a forcing defect that had inverted this thesis's own headline result.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contribution is discipline, not accuracy.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set out to address interpretive non-uniqueness and undetectable false confidence — not predictive inaccuracy.
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Hydrosheaf does not produce better ages than TracerLPM, and I report that. What it does is make connectivity assumptions explicit and testable, show that a low residual does not imply a correct mechanism, detect confidence manufactured by misspecified evidence, and state what the data cannot identify.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I welcome your questions.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Hydrosheaf — PhD Viva Defence</dc:title>
  <dc:subject>PptxGenJS Presentation</dc:subject>
  <dc:creator>Dickson Abdul-Wahab</dc:creator>
  <cp:lastModifiedBy>Dickson Abdul-Wahab</cp:lastModifiedBy>
  <cp:revision>1</cp:revision>
  <dcterms:created xsi:type="dcterms:W3CDTF">2026-07-27T18:27:57Z</dcterms:created>
  <dcterms:modified xsi:type="dcterms:W3CDTF">2026-07-27T18:27:57Z</dcterms:modified>
</cp:coreProperties>
</file>